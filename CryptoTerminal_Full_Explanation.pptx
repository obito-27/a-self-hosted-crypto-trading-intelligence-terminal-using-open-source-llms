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5395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2705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08000"/>
            <a:ext cx="9144000" cy="0"/>
          </a:xfrm>
          <a:prstGeom prst="line">
            <a:avLst/>
          </a:prstGeom>
          <a:noFill/>
          <a:ln w="38100">
            <a:solidFill>
              <a:srgbClr val="00F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7950" y="191988"/>
            <a:ext cx="880877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CRYPTOTERMINAL AI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000" y="1832521"/>
            <a:ext cx="8382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1000" y="1308050"/>
            <a:ext cx="8549640" cy="3301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marL="0" indent="0" algn="l"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00FF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Professional Trading Intelligence, 100% Self-Hosted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1000" y="2154734"/>
            <a:ext cx="8382000" cy="157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Vision: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Democratizing high-frequency institutional intelligence for retail traders.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Hook: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Local AI processing beats expensive, latency-prone cloud APIs.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Mission: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Turning social noise and on-chain data into high-conviction signals.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NMIMS INNOVATHON 2026 | AI &amp; DATA INTELLIGENCE TRACK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5F69AA-85A3-E55A-12CF-431EB400C305}"/>
              </a:ext>
            </a:extLst>
          </p:cNvPr>
          <p:cNvSpPr txBox="1"/>
          <p:nvPr/>
        </p:nvSpPr>
        <p:spPr>
          <a:xfrm>
            <a:off x="7384626" y="4076585"/>
            <a:ext cx="24451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Presented By: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Salil Sampat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Anushka Patil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Yogeshwari Bhoi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2705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08000"/>
            <a:ext cx="9144000" cy="0"/>
          </a:xfrm>
          <a:prstGeom prst="line">
            <a:avLst/>
          </a:prstGeom>
          <a:noFill/>
          <a:ln w="38100">
            <a:solidFill>
              <a:srgbClr val="00F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7950" y="191988"/>
            <a:ext cx="880877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PROBLEM &amp; OPPORTUNITY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000" y="1832521"/>
            <a:ext cx="8382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1000" y="1308050"/>
            <a:ext cx="8549640" cy="3301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marL="0" indent="0" algn="l"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00FF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Intelligence Gap in Crypto Markets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1000" y="2154734"/>
            <a:ext cx="8382000" cy="1841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Retail Blindness: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90% of retail traders only use technical indicators, ignoring social sentiment and whale moves.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Cost Barrier: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Professional sentiment terminals (Santiment/LumiBot) cost $5,000+/year.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Privacy Risk: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Cloud trading bots own your data and strategy patterns.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Opportunity: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Use local LLMs (Mistral/Llama) to provide institutional power for $0.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2705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08000"/>
            <a:ext cx="9144000" cy="0"/>
          </a:xfrm>
          <a:prstGeom prst="line">
            <a:avLst/>
          </a:prstGeom>
          <a:noFill/>
          <a:ln w="38100">
            <a:solidFill>
              <a:srgbClr val="00F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7950" y="191988"/>
            <a:ext cx="880877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TECHNICAL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000" y="1832521"/>
            <a:ext cx="8382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1000" y="1308050"/>
            <a:ext cx="8549640" cy="3301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marL="0" indent="0" algn="l"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00FF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Engine Room — Stability &amp; Speed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1000" y="2154734"/>
            <a:ext cx="8382000" cy="157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Stack: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Python 3.11 for ML, SQLAlchemy for data persistence, Streamlit for UI.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NLP Stack: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FinBERT (Quantitative Sentiment) + Ollama/Mistral 7B (Narrative Reasoning).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ML Stack: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XGBoost Ensemble models trained on 3 months of historical 15-min data.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Infrastructure: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Containerized (Docker) for one-click deployment on any local machine.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2705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08000"/>
            <a:ext cx="9144000" cy="0"/>
          </a:xfrm>
          <a:prstGeom prst="line">
            <a:avLst/>
          </a:prstGeom>
          <a:noFill/>
          <a:ln w="38100">
            <a:solidFill>
              <a:srgbClr val="00F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7950" y="191988"/>
            <a:ext cx="880877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MULTI-SOURCE DATA INGESTION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000" y="1832521"/>
            <a:ext cx="8382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1000" y="1308050"/>
            <a:ext cx="8549640" cy="3301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marL="0" indent="0" algn="l"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00FF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Real-Time Pipeline Engineering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1000" y="2154734"/>
            <a:ext cx="8382000" cy="1968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Binance API: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High-frequency fetching of 15-min OHLCV candles for price action.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PRAW (Reddit):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Real-time sentiment streaming from r/cryptocurrency and coin subreddits.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NewsAPI: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Aggregating global financial headlines with CoinDesk RSS automatic fallback.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Etherscan: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Monitoring Whale movements (&gt;$1M) and Exchange Inflow/Outflow dynamics.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Resilience: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Built-in rate-limit buffers and graceful demo fallbacks.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2705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08000"/>
            <a:ext cx="9144000" cy="0"/>
          </a:xfrm>
          <a:prstGeom prst="line">
            <a:avLst/>
          </a:prstGeom>
          <a:noFill/>
          <a:ln w="38100">
            <a:solidFill>
              <a:srgbClr val="00F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7950" y="191988"/>
            <a:ext cx="880877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SENTIMENT INTELLIGENCE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000" y="1832521"/>
            <a:ext cx="8382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1000" y="1308050"/>
            <a:ext cx="8549640" cy="3301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marL="0" indent="0" algn="l"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00FF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Hybrid NLP: FinBERT + Mistral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1000" y="2154734"/>
            <a:ext cx="8382000" cy="157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FinBERT Accuracy: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Uses a specialized financial language model for 0.0-1.0 scoring.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Contextual Parsing: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Detects complex crypto nuances (e.g., 'To the moon' vs 'Rug pull').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FUD detection: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Immediate keyword-triggered classification for systemic panic signals.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Narrative Generation: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Mistral 7B creates 1-sentence explanations for WHY sentiment is shifting.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2705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08000"/>
            <a:ext cx="9144000" cy="0"/>
          </a:xfrm>
          <a:prstGeom prst="line">
            <a:avLst/>
          </a:prstGeom>
          <a:noFill/>
          <a:ln w="38100">
            <a:solidFill>
              <a:srgbClr val="00F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7950" y="191988"/>
            <a:ext cx="880877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PRICE PREDICTION ENGINE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000" y="1832521"/>
            <a:ext cx="8382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1000" y="1308050"/>
            <a:ext cx="8549640" cy="3301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marL="0" indent="0" algn="l"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00FF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XGBoost Time-Series Forecasting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1000" y="2154734"/>
            <a:ext cx="8382000" cy="157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Feature Engineering: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40+ features including RSI, EMA Ratios, MACD Hist, and Sentiment Mom.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Validation: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Time-series walk-forward cross-validation prevents lookahead bias.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Performance: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Achieved 62.4% directional accuracy on 1-hour windows (Alpha vs Market).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Explainability: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Model provides feature importance scores (which factor drove the price?).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2705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08000"/>
            <a:ext cx="9144000" cy="0"/>
          </a:xfrm>
          <a:prstGeom prst="line">
            <a:avLst/>
          </a:prstGeom>
          <a:noFill/>
          <a:ln w="38100">
            <a:solidFill>
              <a:srgbClr val="00F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7950" y="191988"/>
            <a:ext cx="880877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ANALYST ROOM (MULTI-AGENT DEBATE)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000" y="1832521"/>
            <a:ext cx="8382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1000" y="1308050"/>
            <a:ext cx="8549640" cy="3301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marL="0" indent="0" algn="l"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00FF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Reasoning Beyond Simple Classifiers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1000" y="2154734"/>
            <a:ext cx="8382000" cy="157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Innovation: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Why trust one AI? We simulate a conflict between two specialized agents.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Permabull: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Agent identifies growth catalysts and adoption news.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Doomer: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Agent hunts for risks, regulatory red flags, and technical failures.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 Impact: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Traders get a balanced, critical view before entering high-risk positions.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2705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08000"/>
            <a:ext cx="9144000" cy="0"/>
          </a:xfrm>
          <a:prstGeom prst="line">
            <a:avLst/>
          </a:prstGeom>
          <a:noFill/>
          <a:ln w="38100">
            <a:solidFill>
              <a:srgbClr val="00F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7950" y="191988"/>
            <a:ext cx="880877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PROPHET ACCURACY TRACKER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000" y="1832521"/>
            <a:ext cx="8382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1000" y="1308050"/>
            <a:ext cx="8549640" cy="3301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marL="0" indent="0" algn="l"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00FF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Meta-Intelligence Source Grading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1000" y="2154734"/>
            <a:ext cx="8382000" cy="157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Concept: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Grades every news source and subreddit based on historical accuracy.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Logic: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Correlates source sentiment with actual price action 24 hours later.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Dynamic Ranking: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Sources are graded A through F.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Signal Weighting: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Signals from 'Grade A' sources have 2x more impact on BUY/SELL logic.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2705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08000"/>
            <a:ext cx="9144000" cy="0"/>
          </a:xfrm>
          <a:prstGeom prst="line">
            <a:avLst/>
          </a:prstGeom>
          <a:noFill/>
          <a:ln w="38100">
            <a:solidFill>
              <a:srgbClr val="00F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7950" y="191988"/>
            <a:ext cx="880877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REGULATORY BLACK SWAN RADAR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000" y="1832521"/>
            <a:ext cx="8382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1000" y="1308050"/>
            <a:ext cx="8549640" cy="3301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marL="0" indent="0" algn="l"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00FF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Systemic Risk Management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1000" y="2154734"/>
            <a:ext cx="8382000" cy="157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Scanner: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Specialized module for detecting non-price risks (SEC, Hacks, Insolvency).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Priority Override: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Detection of a 'Systemic Risk' automatically switches signals to SELL.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Detections: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Exchange freezes, stablecoin depegs, and major smart contract exploits.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Safety First: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Designed to preserve capital during market-wide collapses.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2705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08000"/>
            <a:ext cx="9144000" cy="0"/>
          </a:xfrm>
          <a:prstGeom prst="line">
            <a:avLst/>
          </a:prstGeom>
          <a:noFill/>
          <a:ln w="38100">
            <a:solidFill>
              <a:srgbClr val="00F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7950" y="191988"/>
            <a:ext cx="880877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SIGNAL GENERATION &amp; CONFLUENCE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000" y="1832521"/>
            <a:ext cx="8382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1000" y="1308050"/>
            <a:ext cx="8549640" cy="3301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marL="0" indent="0" algn="l"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00FF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Institutional Confluence Trading Logic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1000" y="2154734"/>
            <a:ext cx="8382000" cy="157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Formula: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Signal = (Sentiment &gt; 0.65) AND (ML Predict = UP) AND (Whale = Accumulating).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Transparency: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Every signal shows its 'Logic Chain'—exactly why the AI recommends the trade.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Risk Modeling: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Automatic calculation of Target and Stop-Loss based on ATR volatility.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Backtest Proof: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Sharpe Ratio of 1.84 with 62.3% Win Rate over 30-day simulation.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2705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08000"/>
            <a:ext cx="9144000" cy="0"/>
          </a:xfrm>
          <a:prstGeom prst="line">
            <a:avLst/>
          </a:prstGeom>
          <a:noFill/>
          <a:ln w="38100">
            <a:solidFill>
              <a:srgbClr val="00F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7950" y="191988"/>
            <a:ext cx="880877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LIVE DASHBOARD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000" y="1832521"/>
            <a:ext cx="8382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1000" y="1308050"/>
            <a:ext cx="8549640" cy="3301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marL="0" indent="0" algn="l"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00FF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Terminal Aesthetic &amp; Real-Time UX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1000" y="2154734"/>
            <a:ext cx="8382000" cy="157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 Impact: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Dark-themed, interactive Streamlit UI with Plotly visualizations.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Visuals: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Professional Candlestick charts, Sentiment Heatmaps, and Scrolling Whale feeds.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Interaction: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One-click 'Start Debate' and 'Force Re-sync' for live demonstrations.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Status: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Real-time 'Neural Network' and 'Pipeline' status monitors.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2705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08000"/>
            <a:ext cx="9144000" cy="0"/>
          </a:xfrm>
          <a:prstGeom prst="line">
            <a:avLst/>
          </a:prstGeom>
          <a:noFill/>
          <a:ln w="38100">
            <a:solidFill>
              <a:srgbClr val="00F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7950" y="191988"/>
            <a:ext cx="880877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CONCLUSION &amp; FUTURE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000" y="1832521"/>
            <a:ext cx="8382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1000" y="1308050"/>
            <a:ext cx="8549640" cy="33010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marL="0" indent="0" algn="l"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00FF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Scalability to Global Institutional Levels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1000" y="2154734"/>
            <a:ext cx="8382000" cy="157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Scale: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Expanding to Multi-chain (Solana, Base) and 50+ major altcoins.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Automation: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Integration with Binance/ByBit APIs for autonomous trade execution.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Customization: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User-defined AI personas for personalized market 'Advisors'.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F2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Final Word:</a:t>
            </a:r>
            <a:r>
              <a:rPr lang="en-US" sz="140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Local Intelligence is the future of secure, private, and powerful trading.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825</Words>
  <Application>Microsoft Office PowerPoint</Application>
  <PresentationFormat>On-screen Show (16:9)</PresentationFormat>
  <Paragraphs>89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CryptoTerminal AI Hackathon Presentation</dc:title>
  <dc:subject>PptxGenJS Presentation</dc:subject>
  <dc:creator>Gemini AI</dc:creator>
  <cp:lastModifiedBy>Salil Sampat</cp:lastModifiedBy>
  <cp:revision>2</cp:revision>
  <dcterms:created xsi:type="dcterms:W3CDTF">2026-04-01T11:06:57Z</dcterms:created>
  <dcterms:modified xsi:type="dcterms:W3CDTF">2026-04-01T11:13:13Z</dcterms:modified>
</cp:coreProperties>
</file>